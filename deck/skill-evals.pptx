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covers the ideas only. The Python files in the course show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failure modes to keep in mind for the whole deck: not loading, and loading but not helping.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rises left to right. The third group re-reads what the second group saved, so it costs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Runs in milliseconds. Belongs in CI on every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malicious skill is a prompt injection with a README. The agent obeys it because it looks like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and deterministic. It caught a real vocabulary gap in the course's sample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name and description are the whole triggering mechanism. Re-run this after every edit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graders are cheap, reproducible, and tell you exactly which rule broke.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eval everyone means by "does the skill work". Everything else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the judge as an instrument that needs calibration, not as ground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is trigger times the share of procedure steps followed, and any broken prohibition sets it to zero. No trigger, no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finding that looks solid on one run is often refuted by the fifth.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Cheap to run because it reads saved results. The expensive part is refreshing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up and cost up is a decision, not a verdict. Say the numbers and let the owner choose.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audience remembers nothing else, these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first. The eval that runs is worth more than the perfect eval that does not exist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COURSE FOR BEGINNERS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agent skills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ways to find out whether a SKILL.md file actually helps, and the method behind each one.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skill is instructions loaded on demand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00500" cy="237744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1907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means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35433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with a SKILL.md: a name, a description, and a procedure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(Claude Code and friends) reads the description to decide when to load it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sees the body until the skill is loaded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86300" y="1554480"/>
            <a:ext cx="4000500" cy="2377440"/>
          </a:xfrm>
          <a:prstGeom prst="roundRect">
            <a:avLst>
              <a:gd name="adj" fmla="val 4615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4900" y="171907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needs evals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4900" y="2103120"/>
            <a:ext cx="35433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that never loads fails silently: no error, no log line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that loads can still be ignored, half-followed, or overridden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software engineering skills measured so far add little or nothing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groups, eleven eval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19072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2133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Structural lint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Security scan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Offline routing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76600" y="155448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5200" y="1719072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real agent runs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05200" y="2103120"/>
            <a:ext cx="2133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Trigger eval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Deterministic grading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Paired A/B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LLM-as-judge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Trajectory eval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6000" y="155448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4600" y="1719072"/>
            <a:ext cx="213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saved runs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4600" y="2103120"/>
            <a:ext cx="2133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Statistics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Regression check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Efficiency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them in this order. The free ones catch the cheap mistakes before you spend a single agent run.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· FREE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685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lint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207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SKILL.md well-formed enough for a harness to load it at all?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frontmatter and check the spec: name format, name matches the folder, description length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 trigger phrase in the description ("use when ...")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body: unclosed code fences, referenced files that do not exist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BF1E8"/>
          </a:solidFill>
          <a:ln w="9525">
            <a:solidFill>
              <a:srgbClr val="EA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49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that does not match its folder never loads, and nothing tells you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proves the file is loadable, not that it is good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· FREE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685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scan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207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skill ask the agent to do something hostile?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every file against known-bad patterns: instruction overrides, hidden text, credential paths, data sent to remote hosts, piped installs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by severity, with repeat hits on the same rule counting less each time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bands: safe, review first, do not install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BF1E8"/>
          </a:solidFill>
          <a:ln w="9525">
            <a:solidFill>
              <a:srgbClr val="EA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49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scans have false positives; a skill about SSH will mention ~/.ssh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the skill to test it. Read it.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· FREE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685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routing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207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description use the words users type, without colliding with neighbouring skills?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every installed skill's description in a catalog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catalog against sample prompts with plain text similarity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 must rank your skill first; negatives must rank the rightful owner above it; no two descriptions may be near-duplicates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BF1E8"/>
          </a:solidFill>
          <a:ln w="9525">
            <a:solidFill>
              <a:srgbClr val="EA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49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how the real harness routes, so a pass here is not proof of triggering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positive fails, fix the description, not the prompt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AGENT RUNS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685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 eval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207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real harness load the skill when it should, and only then?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prompts that should trigger and prompts that should not; never name the skill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prompt several times through the harness and watch for the skill being loaded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 prompt as triggered when at least half its runs fire; report precision and recall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BF1E8"/>
          </a:solidFill>
          <a:ln w="9525">
            <a:solidFill>
              <a:srgbClr val="EA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49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only positives rewards a description that hijacks everything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is random; one run per prompt tells you nothing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AGENT RUNS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685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grading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207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output follow the rules we can check with code?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checkable rule into a function: regex for the format, a length limit, a required line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grader first: a hand-written perfect answer must pass, a wrong one must fail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pass rate per rule, not one blended score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BF1E8"/>
          </a:solidFill>
          <a:ln w="9525">
            <a:solidFill>
              <a:srgbClr val="EA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49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grader that rejects the oracle measures the grader, not the skill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 regex cannot express go to the judge, not into a looser regex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AGENT RUNS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685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Paired A/B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207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better is the agent with the skill than without it?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same model, same tools, same fresh workspace; the only difference is whether the skill files exist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each with-skill run with a without-skill run of the same case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difference in pass rate, the skill lift, never the absolute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BF1E8"/>
          </a:solidFill>
          <a:ln w="9525">
            <a:solidFill>
              <a:srgbClr val="EA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49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that hides the skill is not enough; the files must be absent or the agent can read them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skill 100 percent means nothing if the baseline was already 95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JUDGE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685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LLM-as-judge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207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the rules only a reader can check?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grader: one output, a list of binary assertions, pass or fail with quoted evidence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comparator: two outputs labelled A and B, judged in both orders, blind to which had the skill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only; a score parsed out of prose is a bug waiting to happen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BF1E8"/>
          </a:solidFill>
          <a:ln w="9525">
            <a:solidFill>
              <a:srgbClr val="EA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49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different model from the one under test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judge an empty reply and "I don't know" first; both must fail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failures: the course's judge counted a code fence as commentary until someone looked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AGENT RUNS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685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Trajectory eval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207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agent follow the procedure and respect the prohibitions?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tool call the agent makes, in order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required steps happened, and in the right order (skill loaded before the work started)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forbidden actions never happened, even when the user asked for them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BF1E8"/>
          </a:solidFill>
          <a:ln w="9525">
            <a:solidFill>
              <a:srgbClr val="EA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49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output can come from a skipped procedure; only the tool log shows it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course's sample skill lost this one: asked directly, the agent ran git commit anyway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NO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685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 over repeated runs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207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lift real, or noise?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pass@k: how often at least one of k attempts passes; pass^k: how often all k do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the paired differences to get an interval; if it straddles zero, you have not shown anything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permutation test on the signs of the differences gives a p-value with no distribution assumptions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BF1E8"/>
          </a:solidFill>
          <a:ln w="9525">
            <a:solidFill>
              <a:srgbClr val="EA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49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pairs cannot resolve a twenty-point effect; the noise floor is roughly one over the square root of the pair count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is an anecdote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NO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685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check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207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anything get worse since the last run you trusted?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baseline: the key metrics plus a hash of the skill's files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later run compare each metric against the baseline with a tolerance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 after the skill changed is expected churn; a drop with no change is drift in the model or harness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BF1E8"/>
          </a:solidFill>
          <a:ln w="9525">
            <a:solidFill>
              <a:srgbClr val="EA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49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content hash you cannot tell your edit from the world moving under you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rot; a check nobody runs catches nothing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8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NO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463040" y="685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2070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improvement cost in tokens, money and time?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token counts from the API's usage data, including cached input; never estimate from text length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quality delta against cost delta per arm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better and cheaper, a trade-off, cheaper but weaker, worse on both, or reject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920240"/>
            <a:ext cx="4000500" cy="2331720"/>
          </a:xfrm>
          <a:prstGeom prst="roundRect">
            <a:avLst>
              <a:gd name="adj" fmla="val 4706"/>
            </a:avLst>
          </a:prstGeom>
          <a:solidFill>
            <a:srgbClr val="FBF1E8"/>
          </a:solidFill>
          <a:ln w="9525">
            <a:solidFill>
              <a:srgbClr val="EAD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4900" y="2084832"/>
            <a:ext cx="3543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4900" y="2468880"/>
            <a:ext cx="35433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 skill costs extra turns, and every turn reads the whole context again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passing run is the fair comparison between two skills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GOOD EVAL SETUP AGREES 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rules that matter more than any one eval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937260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6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508760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description before the body. A skill that does not load cannot help.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937260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08760"/>
            <a:ext cx="457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6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49240" y="1508760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with code where you can, and prove the grader on a known-good and a known-bad answer.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37460"/>
            <a:ext cx="4023360" cy="937260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28900"/>
            <a:ext cx="457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6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43000" y="2628900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the with and without runs, hold everything else fixed, report the delta with an interval.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537460"/>
            <a:ext cx="4023360" cy="937260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628900"/>
            <a:ext cx="457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6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49240" y="2628900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the end state and the tool log, not the transcript's narration.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023360" cy="937260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49040"/>
            <a:ext cx="457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6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43000" y="3749040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skill files physically absent from the baseline workspace.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657600"/>
            <a:ext cx="4023360" cy="937260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749040"/>
            <a:ext cx="457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6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349240" y="3749040"/>
            <a:ext cx="3154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every raw row. Analysis should never need a new run.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free checks, then one trigger eval, then one A/B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three test cases. If the skill helps on three, add five more. Twenty to fifty for CI. A hundred or more before you publish a number.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evals: the eleven types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evals: the eleven types</dc:title>
  <dc:subject>PptxGenJS Presentation</dc:subject>
  <dc:creator>Shrey</dc:creator>
  <cp:lastModifiedBy>Shrey</cp:lastModifiedBy>
  <cp:revision>1</cp:revision>
  <dcterms:created xsi:type="dcterms:W3CDTF">2026-09-19T17:27:44Z</dcterms:created>
  <dcterms:modified xsi:type="dcterms:W3CDTF">2026-09-19T17:27:44Z</dcterms:modified>
</cp:coreProperties>
</file>